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an Alternative Digital</a:t>
            </a:r>
            <a:endParaRPr lang="en-US" sz="3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Presence for Payment Gateway</a:t>
            </a:r>
            <a:endParaRPr lang="en-US" sz="3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Casino Pride operates as an offshore casino in Goa. However, casino and gaming-related businesses fall under restricted/high-risk categories for many banks and payment gateway providers, which can result in additional scrutiny or rejection during merchant onboarding.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4290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website, www.cpofficial.in, is primarily positioned around the Casino Pride casino/gaming business. This may be one of the factors considered during the payment gateway's website and merchant assessment.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126480" y="246888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1A2A5E"/>
          </a:solidFill>
          <a:ln/>
        </p:spPr>
      </p:sp>
      <p:sp>
        <p:nvSpPr>
          <p:cNvPr id="7" name="Text 5"/>
          <p:cNvSpPr/>
          <p:nvPr/>
        </p:nvSpPr>
        <p:spPr>
          <a:xfrm>
            <a:off x="63093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A3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Approach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3017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separate, professionally designed website with a broader focus on: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09360" y="36118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Nightlife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Website development cannot guarantee payment gateway approval. Final approval depends on the bank/payment gateway's KYC, merchant category, business activity, compliance and risk policies.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POSSIBLE SOLUTIONS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F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 Goa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 &amp; Nightlife Website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dedicated sub-domain website positioned around CP Goa rather than making the website primarily casino-focused.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Focus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0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Nightlife</a:t>
            </a:r>
            <a:endParaRPr lang="en-US" sz="10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events &amp; performances</a:t>
            </a:r>
            <a:endParaRPr lang="en-US" sz="10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 experiences</a:t>
            </a:r>
            <a:endParaRPr lang="en-US" sz="10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ambience &amp; recreation</a:t>
            </a:r>
            <a:endParaRPr lang="en-US" sz="10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experiences &amp; event enquiries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4069080"/>
            <a:ext cx="3931920" cy="640080"/>
          </a:xfrm>
          <a:prstGeom prst="roundRect">
            <a:avLst>
              <a:gd name="adj" fmla="val 7143"/>
            </a:avLst>
          </a:prstGeom>
          <a:solidFill>
            <a:srgbClr val="F8F9F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5 Pages:  Home  |  About CP Goa  |  Entertainment &amp; Nightlife  |  Experiences &amp; Events  |  Contact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26280" y="777240"/>
            <a:ext cx="18288" cy="402336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777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10515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F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 Coastal Resorts &amp;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F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Recreation Pvt. Ltd.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1645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Business Website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9659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new 5-page website under the domain of the company associated with Casino Pride. The website presents the company's broader business identity.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2560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Focus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283464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10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0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endParaRPr lang="en-US" sz="10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</a:t>
            </a:r>
            <a:endParaRPr lang="en-US" sz="10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3977640"/>
            <a:ext cx="3931920" cy="502920"/>
          </a:xfrm>
          <a:prstGeom prst="roundRect">
            <a:avLst>
              <a:gd name="adj" fmla="val 9091"/>
            </a:avLst>
          </a:prstGeom>
          <a:solidFill>
            <a:srgbClr val="F8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5 Pages:  Home  |  About the Company  |  Our Businesses  |  Brands  |  Contact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4526280"/>
            <a:ext cx="3931920" cy="36576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45537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Creates stronger corporate identity for current &amp; future businesses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 — RECOMMENDED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 Coastal Resorts &amp; Recreation Pvt. Ltd.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Business Website — Broader Business Identity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new 5-page website under the domain of Goa Coastal Resorts &amp; Recreation Pvt. Ltd., the company associated with Casino Pride. Instead of positioning the entire website around casino/gaming, the website will present the company's broader business identity and legitimate activities.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F1B3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560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F1B3D"/>
          </a:solidFill>
          <a:ln/>
        </p:spPr>
      </p:sp>
      <p:sp>
        <p:nvSpPr>
          <p:cNvPr id="9" name="Text 7"/>
          <p:cNvSpPr/>
          <p:nvPr/>
        </p:nvSpPr>
        <p:spPr>
          <a:xfrm>
            <a:off x="214884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560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F1B3D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560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F1B3D"/>
          </a:solidFill>
          <a:ln/>
        </p:spPr>
      </p:sp>
      <p:sp>
        <p:nvSpPr>
          <p:cNvPr id="13" name="Text 11"/>
          <p:cNvSpPr/>
          <p:nvPr/>
        </p:nvSpPr>
        <p:spPr>
          <a:xfrm>
            <a:off x="553212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560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F1B3D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8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154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5 Pages:   Home   |   About the Company   |   Our Businesses &amp; Experiences   |   Brands / Business Interests   |   Contact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Casino Pride can be presented accurately as one of the company's brands/business interests where appropriate.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D1FAE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2519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ADVANTAGE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creates a stronger corporate digital identity that can accommodate the company's existing and future business activities, rather than creating a website solely around one entertainment brand.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RECOMMENDATION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2 — Corporate Website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 Coastal Resorts &amp; Recreation Pvt. Ltd.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1A2A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4A3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Credible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the actual corporate/business entity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1A2A5E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4A3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Flexible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2286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Showcases hospitality, entertainment, recreation, dining &amp; other activities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1A2A5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108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4A3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Scalable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74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brands, properties or business interests can be added in future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3017520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1A2A5E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3108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4A3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Long-Term Value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3474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Remains useful as a corporate digital asset beyond gateway requirement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website will be designed as a modern, premium corporate website, with clear business positioning and accurate information rather than simply modifying or hiding the existing Casino Pride identity.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COMMERCIAL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5-Page Minimal Professional Website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UI/UX design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5-page responsive website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&amp; mobile optimisation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content structuring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integration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Contact/enquiry form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integration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integration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deployment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91840" cy="3108960"/>
          </a:xfrm>
          <a:prstGeom prst="roundRect">
            <a:avLst>
              <a:gd name="adj" fmla="val 2941"/>
            </a:avLst>
          </a:prstGeom>
          <a:solidFill>
            <a:srgbClr val="0F1B3D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0" y="1371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0" y="1783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trike="sngStrike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Standard: ₹21,000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2103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Discounted Price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0" y="2331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₹16,000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669280" y="28346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0" y="32004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@ 18%: ₹2,880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52160" y="3520440"/>
            <a:ext cx="2560320" cy="411480"/>
          </a:xfrm>
          <a:prstGeom prst="roundRect">
            <a:avLst>
              <a:gd name="adj" fmla="val 8889"/>
            </a:avLst>
          </a:prstGeom>
          <a:solidFill>
            <a:srgbClr val="C4A35A"/>
          </a:solidFill>
          <a:ln/>
        </p:spPr>
      </p:sp>
      <p:sp>
        <p:nvSpPr>
          <p:cNvPr id="14" name="Text 12"/>
          <p:cNvSpPr/>
          <p:nvPr/>
        </p:nvSpPr>
        <p:spPr>
          <a:xfrm>
            <a:off x="5852160" y="3520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₹18,880/-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0" y="40233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Saving: ₹5,000 discount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8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976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preferred approach  →  Finalise website structure  →  Design  →  Development  →  Testing  →  Deployment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4754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website will be developed as a professional, accurate and scalable digital presence that can subsequently be submitted to the concerned bank/payment provider for its independent review. Final payment gateway approval remains subject to the bank/payment provider's policies and compliance assessment.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2026-08-11T07:52:48Z</dcterms:created>
  <dcterms:modified xsi:type="dcterms:W3CDTF">2026-08-11T07:52:48Z</dcterms:modified>
</cp:coreProperties>
</file>